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Score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Linear Regression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0.88</c:v>
                </c:pt>
                <c:pt idx="1">
                  <c:v>0.89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4537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b"/>
        <c:majorGridlines>
          <c:spPr>
            <a:ln w="6350" cap="flat">
              <a:solidFill>
                <a:srgbClr val="3341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44537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plotVisOnly val="1"/>
    <c:dispBlanksAs val="span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walk through Project 1 of the CodeVedX AI/ML internship — the Utility Usage Prediction Tool. I'll cover the problem, how the system is built, the dataset and ML pipeline, the results, and then do a short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 overview — six sections, ending with a live demo of the console app and a look at testing and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people don't have a simple way to estimate their electricity bill before it arrives. Multiple factors interact — household size, AC hours, appliances, season — and this tool gives users an early, reasonably accurate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the objectives from the task brief, and the scope I committed to for this first project — console-based, CSV-backed, with the option to extend to a web UI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intentionally modular — five files, each with one job. This makes the codebase easy to test and easy to extend, which matters for an internship-grade deliverable that should be readable by a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the exact pipeline that runs both during training and during a live prediction — using the same preprocessing path avoids any train/predict mismatch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generated this dataset programmatically rather than using a perfectly clean formula, specifically to make sure the resulting ML problem isn't trivially easy — there's real noise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engineered features mattered most: area per person and appliance density. I'll explain briefly why these per-capita features generalize better than the raw counts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trained two models for comparison — explain the trade-off between Random Forest's robustness to non-linearity versus Linear Regression's simplicity and interpretability.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actual evaluation numbers from the latest training run. R² of about 0.88 is a healthy, believable score — not suspiciously perfect, which would suggest a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snapshot of the actual console session — I'll switch to a live terminal now and walk through the real menu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automated tests across validators, data handling, and the ML pipeline. All passing. This is what gives confidence the system behaves correctly on edge cases too, not just the happy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reasonable next steps if this were taken further — a Flask UI being the most natural one given the modular structure already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invite questions, and offer to walk through any specific code module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E7C7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E7C7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04515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USAGE PREDICTION TOOL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AI/ML Console Application for Forecasting Household Electricity Usage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394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AI/ML Internship Program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5  —  Training + Internal AI Tool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utility prediction, and what we set out to build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9385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application is structured, module by module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6301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drives the prediction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0632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29184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Pipeline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6301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→ training → evaluation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Live Demo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53218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and the app in action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9834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Future Scope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53218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validated it, and where it goes next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005840"/>
            <a:ext cx="1005840" cy="10058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617" y="1277417"/>
            <a:ext cx="462686" cy="4626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D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can't see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electricity bill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663440" y="548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126187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bills depend on many interacting factors — household size, AC usage, appliance count, home area, and season.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63440" y="28346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8"/>
          <p:cNvSpPr/>
          <p:nvPr/>
        </p:nvSpPr>
        <p:spPr>
          <a:xfrm>
            <a:off x="5074920" y="267919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consumers only find out their consumption after the bill arrives, with no easy way to estimate it in advance.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63440" y="425196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409651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predictive tool, fed with a few household details, can give an early, reasonably accurate estimate — helping with budgeting and usage awareness.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menu-driven console app for usage logging &amp; prediction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realistic dataset suitable for regression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full ML pipeline with feature engineering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modular code structure and exception handling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automated unit tests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22860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console UI, CSV-based data store, single-household prediction, model training/retraining on demand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(for now): web/GUI interface, multi-region billing rules, real-time smart-meter integration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extended later with a Flask interface, per the future enhancements section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job — UI, validation, data, and ML stay decoupled.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463040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353312" y="1581912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569" y="172016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536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console_app.py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57400" y="185623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UI &amp; flow control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 rot="10800000">
            <a:off x="5449824" y="2249424"/>
            <a:ext cx="164592" cy="128016"/>
          </a:xfrm>
          <a:prstGeom prst="triangle">
            <a:avLst/>
          </a:prstGeom>
          <a:solidFill>
            <a:srgbClr val="6B7787"/>
          </a:solidFill>
          <a:ln/>
        </p:spPr>
      </p:sp>
      <p:sp>
        <p:nvSpPr>
          <p:cNvPr id="10" name="Shape 7"/>
          <p:cNvSpPr/>
          <p:nvPr/>
        </p:nvSpPr>
        <p:spPr>
          <a:xfrm>
            <a:off x="1188720" y="2414016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1353312" y="2532888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69" y="267114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validators.py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057400" y="280720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helpers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 rot="10800000">
            <a:off x="5449824" y="3200400"/>
            <a:ext cx="164592" cy="128016"/>
          </a:xfrm>
          <a:prstGeom prst="triangle">
            <a:avLst/>
          </a:prstGeom>
          <a:solidFill>
            <a:srgbClr val="6B7787"/>
          </a:solidFill>
          <a:ln/>
        </p:spPr>
      </p:sp>
      <p:sp>
        <p:nvSpPr>
          <p:cNvPr id="16" name="Shape 12"/>
          <p:cNvSpPr/>
          <p:nvPr/>
        </p:nvSpPr>
        <p:spPr>
          <a:xfrm>
            <a:off x="1188720" y="3364992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17" name="Shape 13"/>
          <p:cNvSpPr/>
          <p:nvPr/>
        </p:nvSpPr>
        <p:spPr>
          <a:xfrm>
            <a:off x="1353312" y="3483864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569" y="3622121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34381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data_handler.py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2057400" y="375818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read / write / update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 rot="10800000">
            <a:off x="5449824" y="4151376"/>
            <a:ext cx="164592" cy="128016"/>
          </a:xfrm>
          <a:prstGeom prst="triangle">
            <a:avLst/>
          </a:prstGeom>
          <a:solidFill>
            <a:srgbClr val="6B7787"/>
          </a:solidFill>
          <a:ln/>
        </p:spPr>
      </p:sp>
      <p:sp>
        <p:nvSpPr>
          <p:cNvPr id="22" name="Shape 17"/>
          <p:cNvSpPr/>
          <p:nvPr/>
        </p:nvSpPr>
        <p:spPr>
          <a:xfrm>
            <a:off x="1188720" y="4315968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0E7C7B"/>
          </a:solidFill>
          <a:ln/>
        </p:spPr>
      </p:sp>
      <p:sp>
        <p:nvSpPr>
          <p:cNvPr id="23" name="Shape 18"/>
          <p:cNvSpPr/>
          <p:nvPr/>
        </p:nvSpPr>
        <p:spPr>
          <a:xfrm>
            <a:off x="1353312" y="443484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569" y="4573097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057400" y="43891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ml_pipeline.py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2057400" y="4709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training, prediction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 rot="10800000">
            <a:off x="5449824" y="5102352"/>
            <a:ext cx="164592" cy="128016"/>
          </a:xfrm>
          <a:prstGeom prst="triangle">
            <a:avLst/>
          </a:prstGeom>
          <a:solidFill>
            <a:srgbClr val="6B7787"/>
          </a:solidFill>
          <a:ln/>
        </p:spPr>
      </p:sp>
      <p:sp>
        <p:nvSpPr>
          <p:cNvPr id="28" name="Shape 22"/>
          <p:cNvSpPr/>
          <p:nvPr/>
        </p:nvSpPr>
        <p:spPr>
          <a:xfrm>
            <a:off x="1188720" y="5266944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29" name="Shape 23"/>
          <p:cNvSpPr/>
          <p:nvPr/>
        </p:nvSpPr>
        <p:spPr>
          <a:xfrm>
            <a:off x="1353312" y="538581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1569" y="5524073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057400" y="53400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config.py  +  exceptions.py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2057400" y="566013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constants &amp; custom errors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88036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26974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845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1188" y="342900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997964" y="3063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72284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843784" y="26974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917" y="2845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45436" y="342900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982212" y="3063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256532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828032" y="26974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65" y="284561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29684" y="342900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966460" y="3063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240780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26974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3" y="2845613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3932" y="342900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950708" y="3063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8225028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8796528" y="26974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661" y="2845613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98180" y="342900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(MAE, RMSE, R²)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934956" y="3063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10209276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10780776" y="26974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8909" y="2845613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282428" y="342900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Household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pipeline runs both at training time and at prediction time, ensuring inputs are always processed identically.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synthetic household records, generated with realistic noise — not a clean formula.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459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row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70832" y="16459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household_size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70832" y="202996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the home (1-7)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36992" y="16459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home_area_sqft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36992" y="202996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size in sq. ft.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98064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88950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home_type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3273552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/ House / Villa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798064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88950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70832" y="3273552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/ Winter / Monsoon / Spring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798064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36992" y="288950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avg_temp_c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36992" y="3273552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outdoor temp (°C)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041648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13308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ac_usage_hours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517136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 usage (hrs)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4041648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70832" y="413308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num_appliances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70832" y="4517136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appliances in use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4041648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36992" y="413308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prev_month_units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36992" y="4517136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month's consumption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285232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2A93B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4672" y="53766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units_consumed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04672" y="57607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this month's units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5285232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70832" y="53766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bill_amount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370832" y="57607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bill (₹), slab-based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 alone underperform — derived, per-person features carry more signal.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2880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597" y="19892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area_per_person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home_area_sqft ÷ household_size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how spacious the home is per occupant — bigger space per person tends to mean more lighting &amp; cooling load.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437" y="1989277"/>
            <a:ext cx="273406" cy="2734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appliance_density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num_appliances ÷ household_size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2788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appliance load relative to family size, rather than just a raw appliance count.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" y="4297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encoding:  </a:t>
            </a:r>
            <a:pPr indent="0" marL="0">
              <a:buNone/>
            </a:pPr>
            <a:r>
              <a:rPr lang="en-US" sz="13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home_type and season are label-encoded so the model can use them numerically. Unseen categories at prediction time fall back gracefully instead of crashing.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2120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interactions (e.g. AC hours × temperature) without manual feature crosses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noisy, real-world-like data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less interpretable than a linear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2618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2618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DEFAULT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630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874520"/>
            <a:ext cx="52120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comparison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coefficients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well here since the synthetic data is mostly additive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likely lag behind on noisier real-world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— evaluated on an 80/20 train/test split (480 / 120 rows)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~17.1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(units)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error per 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82880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~21.2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177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(units)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larger misses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~0.88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416052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492240" y="42976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land in a realistic, moderately strong range (R² 0.88-0.89) — appropriate for a noisy, synthetic dataset, and not a suspiciously perfect fit.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Menu-driven, validated, and exception-safe at every step.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297680"/>
          </a:xfrm>
          <a:prstGeom prst="roundRect">
            <a:avLst>
              <a:gd name="adj" fmla="val 1702"/>
            </a:avLst>
          </a:prstGeom>
          <a:solidFill>
            <a:srgbClr val="1A1F2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0" cy="365760"/>
          </a:xfrm>
          <a:prstGeom prst="rect">
            <a:avLst/>
          </a:prstGeom>
          <a:solidFill>
            <a:srgbClr val="0F131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73352"/>
            <a:ext cx="128016" cy="128016"/>
          </a:xfrm>
          <a:prstGeom prst="ellipse">
            <a:avLst/>
          </a:prstGeom>
          <a:solidFill>
            <a:srgbClr val="E54848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673352"/>
            <a:ext cx="128016" cy="128016"/>
          </a:xfrm>
          <a:prstGeom prst="ellipse">
            <a:avLst/>
          </a:prstGeom>
          <a:solidFill>
            <a:srgbClr val="E5C048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673352"/>
            <a:ext cx="128016" cy="128016"/>
          </a:xfrm>
          <a:prstGeom prst="ellipse">
            <a:avLst/>
          </a:prstGeom>
          <a:solidFill>
            <a:srgbClr val="53C25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5852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UTILITY USAGE PREDICTION TOOL  (CodeVedX AI/ML)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View usage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Add a new usage record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Update an existing record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Train / retrain prediction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Predict usage for a household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6. View last model 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 Exit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Select an option: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Household size (1-10):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Home type: Apartment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Predicted usage: ~231.6 units this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Estimated bill: ~Rs. 1255.40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1554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safeguards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0" y="210312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2212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43800" y="2560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&amp; type checks on every field, with clear re-prompt messages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342900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exceptions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43800" y="3886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DatasetError, ModelNotTrainedError, InvalidInputError — never a raw traceback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475488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4864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43800" y="5212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categories at prediction time don't crash the 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569110"/>
            <a:ext cx="336499" cy="3364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325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pytest cases — all passing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7F9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743200"/>
            <a:ext cx="3429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743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&amp; invalid numeric ranges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errors (text instead of numbers)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 names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7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2743200"/>
            <a:ext cx="3429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2743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Handler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0" y="34290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/ update records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Auto-incrementing record IDs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dataset file handling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27432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7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8046720" y="2743200"/>
            <a:ext cx="3429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0" y="2743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75320" y="34290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R² range (not suspiciously perfect)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stay positive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category fallback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877" y="1897837"/>
            <a:ext cx="273406" cy="273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UI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251960" y="14630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26280" y="17373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757" y="1897837"/>
            <a:ext cx="273406" cy="2734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056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Trend Charts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863840" y="14630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138160" y="17373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637" y="1897837"/>
            <a:ext cx="273406" cy="2734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Billing Rates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32918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35661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77" y="3726637"/>
            <a:ext cx="273406" cy="2734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297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251960" y="32918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526280" y="35661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757" y="3726637"/>
            <a:ext cx="273406" cy="2734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80560" y="4297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Storage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7863840" y="32918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138160" y="35661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637" y="3726637"/>
            <a:ext cx="273406" cy="27340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92440" y="4297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Deployment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E7C7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E7C7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4630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4" y="17099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Utility Usage Prediction Tool  |  CodeVedX AI/ML Internship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CodeVedX  •  AI/ML Internship  •  Project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Utility Usage Prediction Tool</dc:title>
  <dc:subject>PptxGenJS Presentation</dc:subject>
  <dc:creator>CodeVedX AI/ML Internship</dc:creator>
  <cp:lastModifiedBy>CodeVedX AI/ML Internship</cp:lastModifiedBy>
  <cp:revision>1</cp:revision>
  <dcterms:created xsi:type="dcterms:W3CDTF">2026-06-21T06:43:09Z</dcterms:created>
  <dcterms:modified xsi:type="dcterms:W3CDTF">2026-06-21T06:43:09Z</dcterms:modified>
</cp:coreProperties>
</file>